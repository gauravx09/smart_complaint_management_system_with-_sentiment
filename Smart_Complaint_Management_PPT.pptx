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" Type="http://schemas.openxmlformats.org/officeDocument/2006/relationships/printerSettings" Target="printerSettings/printerSettings1.bin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Smart Complaint Management System (AI-Powered)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A Java + Spring Boot + React + MySQL based AI-powered complaint management system with automated sentiment analysis for universities.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Project Overview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Digital solution for complaint registration, tracking, sentiment evaluation, and admin workflow automation.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Problem Definition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Manual complaint handling is slow, unorganized, lacks tracking, and leads to student dissatisfaction.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Objectives of the System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• Automate complaint submission</a:t>
            </a:r>
          </a:p>
          <a:p>
            <a:r>
              <a:t>• Provide real-time tracking</a:t>
            </a:r>
          </a:p>
          <a:p>
            <a:r>
              <a:t>• Apply sentiment analysis</a:t>
            </a:r>
          </a:p>
          <a:p>
            <a:r>
              <a:t>• Improve communication and transparency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Scope of the Project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• Functional scope: User login, complaint submission, admin dashboard</a:t>
            </a:r>
          </a:p>
          <a:p>
            <a:r>
              <a:t>• Non-functional: Scalability, security, reliability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Existing System Limitations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• Manual paperwork</a:t>
            </a:r>
          </a:p>
          <a:p>
            <a:r>
              <a:t>• No centralized database</a:t>
            </a:r>
          </a:p>
          <a:p>
            <a:r>
              <a:t>• No sentiment analysis</a:t>
            </a:r>
          </a:p>
          <a:p>
            <a:r>
              <a:t>• Slow escalation and tracking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Proposed System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AI-powered automated complaint system using Spring Boot, React, MySQL, and ML-based sentiment analysis.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System Architecture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Shows interaction between user, admin, backend API, sentiment module, and database.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Technology Stack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Backend: Spring Boot, JWT</a:t>
            </a:r>
          </a:p>
          <a:p>
            <a:r>
              <a:t>Frontend: React + TypeScript</a:t>
            </a:r>
          </a:p>
          <a:p>
            <a:r>
              <a:t>Database: MySQL</a:t>
            </a:r>
          </a:p>
          <a:p>
            <a:r>
              <a:t>AI: Python Sentiment Analysis Model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Functional Modules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• User Module</a:t>
            </a:r>
          </a:p>
          <a:p>
            <a:r>
              <a:t>• Admin Module</a:t>
            </a:r>
          </a:p>
          <a:p>
            <a:r>
              <a:t>• Complaint Processing Module</a:t>
            </a:r>
          </a:p>
          <a:p>
            <a:r>
              <a:t>• Notification System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Sentiment Analysis Module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Sentiment extraction using NLP model to categorize complaint tone as Positive, Neutral, Negative.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Database Design (ER Diagram Overview)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Tables: Users, Admin, Complaints, Feedback, StatusLog. Includes relationships and keys.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Workflow of Complaint Lifecycle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Flow: User → Register Complaint → Sentiment Analysis → Admin Review → Status Updates → Resolution.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Results &amp; Evaluation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System successfully handles complaints, generates analytics, and improves communication.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Conclusion &amp; Future Scope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System improves transparency and efficiency; future scope includes WhatsApp alerts, ML improvements, and mobile app.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